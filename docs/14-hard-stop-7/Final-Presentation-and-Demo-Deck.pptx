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dbc46c11947bd" /><Relationship Type="http://schemas.openxmlformats.org/officeDocument/2006/relationships/extended-properties" Target="/docProps/app.xml" Id="R091317fb1dd14c81" /><Relationship Type="http://schemas.openxmlformats.org/officeDocument/2006/relationships/officeDocument" Target="/ppt/presentation.xml" Id="Rbffa631815f149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671d52670b4b90"/>
  </p:sldMasterIdLst>
  <p:notesMasterIdLst>
    <p:notesMasterId xmlns:r="http://schemas.openxmlformats.org/officeDocument/2006/relationships" r:id="R1c3ac69948494177"/>
  </p:notesMasterIdLst>
  <p:sldIdLst>
    <p:sldId xmlns:r="http://schemas.openxmlformats.org/officeDocument/2006/relationships" id="256" r:id="Rb4b0e685f48c48e5"/>
    <p:sldId xmlns:r="http://schemas.openxmlformats.org/officeDocument/2006/relationships" id="257" r:id="R37552b2cc7a744c4"/>
    <p:sldId xmlns:r="http://schemas.openxmlformats.org/officeDocument/2006/relationships" id="258" r:id="Rbe949035d95d495e"/>
    <p:sldId xmlns:r="http://schemas.openxmlformats.org/officeDocument/2006/relationships" id="259" r:id="R749f91260b994ce6"/>
    <p:sldId xmlns:r="http://schemas.openxmlformats.org/officeDocument/2006/relationships" id="260" r:id="R94d050b2976748b5"/>
    <p:sldId xmlns:r="http://schemas.openxmlformats.org/officeDocument/2006/relationships" id="261" r:id="R6f7dc0d1972e42e0"/>
    <p:sldId xmlns:r="http://schemas.openxmlformats.org/officeDocument/2006/relationships" id="262" r:id="Reb0e9701edbd4fcb"/>
    <p:sldId xmlns:r="http://schemas.openxmlformats.org/officeDocument/2006/relationships" id="263" r:id="Ra689c9bb659243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8cc3ac83514d59" /><Relationship Type="http://schemas.openxmlformats.org/officeDocument/2006/relationships/slideMaster" Target="/ppt/slideMasters/slideMaster1.xml" Id="R6d671d52670b4b90" /><Relationship Type="http://schemas.openxmlformats.org/officeDocument/2006/relationships/notesMaster" Target="/ppt/notesMasters/notesMaster1.xml" Id="R1c3ac69948494177" /><Relationship Type="http://schemas.openxmlformats.org/officeDocument/2006/relationships/presProps" Target="/ppt/presProps.xml" Id="R7661a433d73f4a59" /><Relationship Type="http://schemas.openxmlformats.org/officeDocument/2006/relationships/tableStyles" Target="/ppt/tableStyles.xml" Id="Rbed380b633ee42b2" /><Relationship Type="http://schemas.openxmlformats.org/officeDocument/2006/relationships/slide" Target="/ppt/slides/slide1.xml" Id="Rb4b0e685f48c48e5" /><Relationship Type="http://schemas.openxmlformats.org/officeDocument/2006/relationships/slide" Target="/ppt/slides/slide2.xml" Id="R37552b2cc7a744c4" /><Relationship Type="http://schemas.openxmlformats.org/officeDocument/2006/relationships/slide" Target="/ppt/slides/slide3.xml" Id="Rbe949035d95d495e" /><Relationship Type="http://schemas.openxmlformats.org/officeDocument/2006/relationships/slide" Target="/ppt/slides/slide4.xml" Id="R749f91260b994ce6" /><Relationship Type="http://schemas.openxmlformats.org/officeDocument/2006/relationships/slide" Target="/ppt/slides/slide5.xml" Id="R94d050b2976748b5" /><Relationship Type="http://schemas.openxmlformats.org/officeDocument/2006/relationships/slide" Target="/ppt/slides/slide6.xml" Id="R6f7dc0d1972e42e0" /><Relationship Type="http://schemas.openxmlformats.org/officeDocument/2006/relationships/slide" Target="/ppt/slides/slide7.xml" Id="Reb0e9701edbd4fcb" /><Relationship Type="http://schemas.openxmlformats.org/officeDocument/2006/relationships/slide" Target="/ppt/slides/slide8.xml" Id="Ra689c9bb6592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a1ceef5bfe4d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ed81a00ca64745" /><Relationship Type="http://schemas.openxmlformats.org/officeDocument/2006/relationships/notesMaster" Target="/ppt/notesMasters/notesMaster1.xml" Id="R6f641298fd63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510ac3e3ab4099" /><Relationship Type="http://schemas.openxmlformats.org/officeDocument/2006/relationships/notesMaster" Target="/ppt/notesMasters/notesMaster1.xml" Id="R77edc58f687c45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6e5c1148a24674" /><Relationship Type="http://schemas.openxmlformats.org/officeDocument/2006/relationships/notesMaster" Target="/ppt/notesMasters/notesMaster1.xml" Id="R270d39018738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45f481b0e74bb4" /><Relationship Type="http://schemas.openxmlformats.org/officeDocument/2006/relationships/notesMaster" Target="/ppt/notesMasters/notesMaster1.xml" Id="R1bc7a058bb08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9c8263c7b048ac" /><Relationship Type="http://schemas.openxmlformats.org/officeDocument/2006/relationships/notesMaster" Target="/ppt/notesMasters/notesMaster1.xml" Id="R9565cf14ca0646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571c759f3f4303" /><Relationship Type="http://schemas.openxmlformats.org/officeDocument/2006/relationships/notesMaster" Target="/ppt/notesMasters/notesMaster1.xml" Id="R3ba305e3bde74b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db3ece2c942c4" /><Relationship Type="http://schemas.openxmlformats.org/officeDocument/2006/relationships/notesMaster" Target="/ppt/notesMasters/notesMaster1.xml" Id="Rffdb6c196c61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d51a047106483a" /><Relationship Type="http://schemas.openxmlformats.org/officeDocument/2006/relationships/notesMaster" Target="/ppt/notesMasters/notesMaster1.xml" Id="R73b93b1ee0e8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3487bb5b441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0a4a7d42c44556" /><Relationship Type="http://schemas.openxmlformats.org/officeDocument/2006/relationships/slideLayout" Target="/ppt/slideLayouts/slideLayout1.xml" Id="R675d91ae2d2241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5d91ae2d2241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d0e49d2084812" /><Relationship Type="http://schemas.openxmlformats.org/officeDocument/2006/relationships/notesSlide" Target="/ppt/notesSlides/notesSlide1.xml" Id="Rb3a91bd0af314e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ceed1a504459c" /><Relationship Type="http://schemas.openxmlformats.org/officeDocument/2006/relationships/notesSlide" Target="/ppt/notesSlides/notesSlide2.xml" Id="R37a5a72cb9b142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2a2db523246ee" /><Relationship Type="http://schemas.openxmlformats.org/officeDocument/2006/relationships/notesSlide" Target="/ppt/notesSlides/notesSlide3.xml" Id="R7ddad9b81dfe45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63f28196c4c2c" /><Relationship Type="http://schemas.openxmlformats.org/officeDocument/2006/relationships/notesSlide" Target="/ppt/notesSlides/notesSlide4.xml" Id="R3432eec6a05144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5d0041e644644" /><Relationship Type="http://schemas.openxmlformats.org/officeDocument/2006/relationships/notesSlide" Target="/ppt/notesSlides/notesSlide5.xml" Id="R664414b2f2ce4a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42fde2e244daf" /><Relationship Type="http://schemas.openxmlformats.org/officeDocument/2006/relationships/chart" Target="/ppt/slides/charts/chart1.xml" Id="Re466662360a64eda" /><Relationship Type="http://schemas.openxmlformats.org/officeDocument/2006/relationships/notesSlide" Target="/ppt/notesSlides/notesSlide6.xml" Id="R44ae50179d3c49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21381292f42c3" /><Relationship Type="http://schemas.openxmlformats.org/officeDocument/2006/relationships/notesSlide" Target="/ppt/notesSlides/notesSlide7.xml" Id="R5d7de38c859748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3485532824a85" /><Relationship Type="http://schemas.openxmlformats.org/officeDocument/2006/relationships/notesSlide" Target="/ppt/notesSlides/notesSlide8.xml" Id="R89df026f58ef452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Pass rate</c:v>
          </c:tx>
          <c:spPr>
            <a:solidFill xmlns:a="http://schemas.openxmlformats.org/drawingml/2006/main">
              <a:srgbClr val="11111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Local</c:v>
              </c:pt>
              <c:pt idx="1">
                <c:v>Docker</c:v>
              </c:pt>
              <c:pt idx="2">
                <c:v>gVisor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98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CDD317-A6CD-446B-92ED-1B233F9D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SafeExec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CBDEB-9BE6-42AD-8BA2-225B1A57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Final Integrated Submission and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D93C8-15A0-4B37-B41D-F1677BF8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B0D1B-5331-4CDB-88E9-0381BDCE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A hardened, threat-modeled Python execution sandbox for LLM-agent tool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C3A6B-8EB2-4A17-8712-86B9F1FE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94906-CF8A-4928-B888-42791A9A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2410C"/>
                </a:solidFill>
              </a:defRPr>
            </a:pPr>
            <a:r>
              <a:rPr sz="2850" b="1">
                <a:solidFill>
                  <a:srgbClr val="C2410C"/>
                </a:solidFill>
              </a:rPr>
              <a:t>4/4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B8530-49FD-44D1-9EA8-2C122DDB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Fresh W14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7A513-02C6-421C-B2F0-1439FAEA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smoke, tests, validation,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1DB3E-CD38-4BA4-8014-5B3B6795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171950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2C74B-E5C3-4507-B7D7-8DC063C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4340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50/50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2053E-F202-4D1E-BD8B-6EA62AFA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387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Docker target-host probes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45EBE-DAAB-4566-9353-34002D0E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57800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W8 hardened Docker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9DF18-B53B-4BB6-AF72-6C599651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71950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E6E59-45A2-4097-BEC4-9D9AE733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43400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49/50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DCAAC-6D17-4E2C-A211-0D20142F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38700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gVisor target-host probes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9B106-2C23-4E17-B899-36D187A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one timing miss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D419F-B0CC-4EA4-9E32-FE23C72D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"/>
            <a:ext cx="2743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4BB3D-E6D1-4C84-B3C2-31DB72C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42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Hard Stop 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D5975-847F-494B-95D3-815FC1D2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57300"/>
            <a:ext cx="22383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Student: Zixuan Liang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Advisor: Prof. Khalid Lateef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Instructor: Dr. Majid Shaalan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Prepared: 2026-06-27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AEDD7-ACAF-4730-9B26-2805856B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Final message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6A24D-BA85-4846-BF75-1C53922C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190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report, code package, evidence bundle, and demo now tell one evidence-backed 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ACB9C-D040-46D7-8A0C-4528AEC5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final integrated 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AB8C5-DF4B-4836-9B4C-6DA9199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2119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E16983-C601-49B2-A19F-846CB45E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E6667-7813-43F4-9196-EF0602AA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14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Problem: generated code needs a measured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3611C-606C-4A87-B446-076DA28B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final integrated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C648F-90B5-41F0-88EB-60B2A811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E20E6-AFF7-4E52-A5B1-02BEBAB7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143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8958-6722-4815-A2C8-296E26F5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F6D5A-25EB-48D4-AF66-4194BF3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LLM agents can turn prompt injection, model error, or excessive autonomy into real process execution.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8F85F-F4E0-46CB-9ADF-61AC9FD5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75158-46B7-49DC-82C6-ACA975F8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0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BB639-8B8D-4BFB-8E74-522E14C4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SafeExec keeps scope narrow: Python-only execution, explicit limits, isolated backend paths, and repeatable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0B855-340B-4454-B007-C6DB249A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47875"/>
            <a:ext cx="3143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B14DB-B945-4D0A-A4E5-CCFF46C4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2410C"/>
                </a:solidFill>
              </a:defRPr>
            </a:pPr>
            <a:r>
              <a:rPr sz="1875" b="1">
                <a:solidFill>
                  <a:srgbClr val="C2410C"/>
                </a:solidFill>
              </a:rPr>
              <a:t>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C7DC3-EC65-4995-952B-E79788FD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The project does not assert sandbox safety by prose. It reports what the measured boundary currently supports.</a:t>
            </a:r>
          </a:p>
        </p:txBody>
      </p:sp>
    </p:spTree>
    <p:extLst>
      <p:ext uri="{BB962C8B-B14F-4D97-AF65-F5344CB8AC3E}">
        <p14:creationId xmlns:p14="http://schemas.microsoft.com/office/powerpoint/2010/main" val="224495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DE4CE-BFF3-4678-9586-734F0512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1ADF0-4E45-4952-82E0-D88C7C9C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14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Architecture: one service model, three execution paths.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EF375-6F36-4424-B65C-F701B52D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final integrated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5501E-99BF-412D-84AA-D4541DD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730B4-7D2F-46F7-8A26-2F4681F2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AFA33-3995-4675-B6C3-39E8BD5D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6BE86-B2E9-4078-B5A4-D7BD612E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17C94-41ED-4C7C-B359-6D71280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47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7EF5A-3573-4640-B659-46659E33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264E0-6025-46C3-99CB-DE3BC50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859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94134-2231-481B-8E45-A565672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103BD-E50E-4777-B500-D421A93D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Docker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2334F-FB84-4EE1-9CE2-C1FF3C5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86125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AD717-A868-4F0D-9709-C6E5344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956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gVisor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3A676-BBC9-4FF5-90E5-B845DCE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0972A-E0CC-452D-B487-DCB3DFF2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479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B2DDA-5521-4B6C-9EE7-CCBCBE64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Local is a development smoke path. Docker and gVisor are the containment-relevant paths.</a:t>
            </a:r>
          </a:p>
        </p:txBody>
      </p:sp>
    </p:spTree>
    <p:extLst>
      <p:ext uri="{BB962C8B-B14F-4D97-AF65-F5344CB8AC3E}">
        <p14:creationId xmlns:p14="http://schemas.microsoft.com/office/powerpoint/2010/main" val="6572660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F5A10E-4A39-4629-81F4-D22C4227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ARTIFACT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49DAF-18DD-4D06-B5AA-DC9BDFBB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14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Final artifact surface is compact and traceable.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75949-67CF-48BC-B9CA-257106CB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final integrated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BA90C-6F8D-40F0-9F22-12C6FF3C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8E183-81F0-4624-A6C5-B389311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47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49211-D0BA-47FE-BC7A-4DDB23C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models.py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91BD9-14F8-49DF-82DF-F43A0950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050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request, limits, and result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7CAA8-8D80-4975-BF18-F46BF9B2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47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9302A-C142-4F63-BB0E-81FE2A3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E30C8-626B-40E3-88DF-541274EF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52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backend selection and execution entry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51E74-A272-404A-ACEC-99B60FFB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47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C625B-B586-4655-A18E-A4D75561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backends/docker.py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2AA76-F494-4790-B6E9-51D7CFD5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004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Docker and gVisor command construction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76960-B7EE-4AD6-8F32-CA4902B6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47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E1988-F7E1-449C-9E39-AFA2896A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api/server.py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B81DB-4CF3-4460-A22C-232E756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481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JSON /health and /execute API shell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4B303-A09E-4B7F-9911-6B901DEF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47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3CA16-F70C-4CB9-8F58-5F8FD8D8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run_* scripts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42DD4-01C8-490B-868F-B8B12C5C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958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validation, midpoint, final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CD3A8-3404-4E8B-BFD6-6DF56C5F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47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6B433-5BF2-47C2-B990-4621C8E4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docs/reproducibility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EB29A-C198-41B9-9CF4-DB217F2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435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runbook, environment, data, manifest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A3CBB-8A6A-44C8-99CF-CFA10BA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3286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The final package includes code, tests, reproducibility docs, evidence logs, and a manifest so the reviewer can inspect more than the narrative.</a:t>
            </a:r>
          </a:p>
        </p:txBody>
      </p:sp>
    </p:spTree>
    <p:extLst>
      <p:ext uri="{BB962C8B-B14F-4D97-AF65-F5344CB8AC3E}">
        <p14:creationId xmlns:p14="http://schemas.microsoft.com/office/powerpoint/2010/main" val="1307318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C4A51-6278-4742-8E4C-C0A4B544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FINAL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2D5BB-2776-464E-9630-3112A224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14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Fresh W14 local evidence passed.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7805B-CE23-413F-991E-A31319BF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final integrated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CED8C-1CA0-4E0D-A7E7-E278A8A7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65F69-CC8E-426A-8380-DF9D0068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64191-8AD2-4C4A-AECA-1B687E34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2410C"/>
                </a:solidFill>
              </a:defRPr>
            </a:pPr>
            <a:r>
              <a:rPr sz="2850" b="1">
                <a:solidFill>
                  <a:srgbClr val="C2410C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50CD3-117C-4859-8D5F-865EE5B9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Smoke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318B6-281A-467A-ADB9-FCF761A8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structured execution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3C2A2-4AAF-4EB1-A3B7-188511F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52625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B6521-67C5-46D7-9252-D613B08B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2407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4A7C2-624B-4DED-BC31-69997AC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19375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Unit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AF6DC-4DFF-4AF6-9A22-A3929E41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functional test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4FB6B-96C2-4105-BA1C-E022993E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52625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7D5BE-0F17-406A-B5D2-4D3C311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407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12/12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9E69D-ADC0-47FB-A84F-3278439D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9935B-2592-4326-8468-83513D09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38475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local cases plus API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DB5924-D562-4457-B8F4-836B3B14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52625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0B67E-377A-4C48-BC8C-EC931A1D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24075"/>
            <a:ext cx="1990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608E8-24CB-4C51-A270-FAF74B6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19375"/>
            <a:ext cx="1990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Repro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C233E-B712-4220-BF3B-8599911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38475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no blocking findings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46D03-B6C9-4A01-9855-65A1B4A6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Generated into docs/14-hard-stop-7/evidence/ and archived as final-evidence.zip.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04539-0B3A-4886-9AB2-8C1E45D6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This supports the service/API/reproducibility claims. Container containment evidence remains tied to the Linux target host.</a:t>
            </a:r>
          </a:p>
        </p:txBody>
      </p:sp>
    </p:spTree>
    <p:extLst>
      <p:ext uri="{BB962C8B-B14F-4D97-AF65-F5344CB8AC3E}">
        <p14:creationId xmlns:p14="http://schemas.microsoft.com/office/powerpoint/2010/main" val="1120688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BDCC2A-B1C4-4350-AE70-3B3FB674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CONTAINMENT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BFB7F-AE7C-4C9E-9275-BCCBA633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14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Target-host evidence: Docker stable, gVisor mostly passing.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A49BE-3A87-4623-A740-EEA6958F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final integrated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F0867-F0C4-4BEF-B465-7DFA4EA7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5524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66662360a64ed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7CF37-C114-4E74-9C00-7958CDEB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0957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F688A-FB89-44E7-861C-9E3EC423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05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W8 benchmark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8739D-569C-4E14-B81A-1D0946C2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323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Local: 30/30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Docker: 50/50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gVisor: 49/50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553FA-48CF-48BE-8177-24BD4211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48125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Interpretation: gVisor is integrated, but timing needs cold-start and warm-run separation before stronger performance claims.</a:t>
            </a:r>
          </a:p>
        </p:txBody>
      </p:sp>
    </p:spTree>
    <p:extLst>
      <p:ext uri="{BB962C8B-B14F-4D97-AF65-F5344CB8AC3E}">
        <p14:creationId xmlns:p14="http://schemas.microsoft.com/office/powerpoint/2010/main" val="682686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F92A1F-ACF1-4010-B4CE-E1B58F6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AB906-1E3C-4511-B4DB-B7F7AF5B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14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Final limitations are explicit.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894EF-5A53-4ED7-8FCE-2A4CD102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final integrated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38EAE-A00A-4D21-8B45-4942A924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1CD54-E40F-4D2A-BAFF-C8EA6FB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not to overclaim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32F98-8657-4423-9561-94E16F4E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Local backend is not a sandbox.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gVisor has one current timing miss.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Corpus depth can keep growing after course closeout.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E9CA4-BD29-4F66-AF56-C8AE7E4B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How the final package handles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0B5FA-42F9-4533-8F6D-6D0D781B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Preserve Docker/gVisor target-host boundary.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Report timing caveat honestly.</a:t>
            </a:r>
          </a:p>
          <a:p xmlns:a="http://schemas.openxmlformats.org/drawingml/2006/main">
            <a:pPr algn="l"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• Package raw logs and manifests for verification.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B9F04-598B-41C0-A855-E4312B85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81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DABB2-2EA1-42D6-8DEA-0303B19D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410C"/>
                </a:solidFill>
              </a:defRPr>
            </a:pPr>
            <a:r>
              <a:rPr sz="1500" b="1">
                <a:solidFill>
                  <a:srgbClr val="C2410C"/>
                </a:solidFill>
              </a:rPr>
              <a:t>Conclusion: SafeExec is a credible graduate-level artifact because its claims are bounded by evidence.</a:t>
            </a:r>
          </a:p>
        </p:txBody>
      </p:sp>
    </p:spTree>
    <p:extLst>
      <p:ext uri="{BB962C8B-B14F-4D97-AF65-F5344CB8AC3E}">
        <p14:creationId xmlns:p14="http://schemas.microsoft.com/office/powerpoint/2010/main" val="1858043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1A5E50-0304-4A03-A3F7-96ACB70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FINAL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DA976-9162-483C-AEDF-1728F5F5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914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Canvas package: report, artifact, evidence,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3C5A1-D7AF-44C6-AE50-3F1290E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SafeExec final integrated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A253A-075B-4DA0-B0C0-3820BD13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D7445-547C-41B0-AF71-248BDE1E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90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0A94D-7049-40AE-9F4A-6D10617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914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Final-Technical-Report.pdf / .docx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Final-Integrated-Submission.pdf / .docx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safeexec-final-artifact-package.zip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final-evidence.zip and evidence appendix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Final-Presentation-and-Demo-Deck.pptx / .pdf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final-presentation-demo-script.md and AI-use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1B47B-B81D-40B8-BC06-AA08FC2E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Record the final walkthrough from the script, then upload the package.</a:t>
            </a:r>
          </a:p>
        </p:txBody>
      </p:sp>
    </p:spTree>
    <p:extLst>
      <p:ext uri="{BB962C8B-B14F-4D97-AF65-F5344CB8AC3E}">
        <p14:creationId xmlns:p14="http://schemas.microsoft.com/office/powerpoint/2010/main" val="1770589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2026-06-27T04:56:36.2510000Z</dcterms:created>
  <dcterms:modified xsi:type="dcterms:W3CDTF">2026-06-27T04:56:36.2510000Z</dcterms:modified>
</coreProperties>
</file>