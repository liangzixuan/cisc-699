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79475209744347" /><Relationship Type="http://schemas.openxmlformats.org/officeDocument/2006/relationships/extended-properties" Target="/docProps/app.xml" Id="R47c3b92e639d4722" /><Relationship Type="http://schemas.openxmlformats.org/officeDocument/2006/relationships/officeDocument" Target="/ppt/presentation.xml" Id="R96f16186962041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a48f0f69bc4c94"/>
  </p:sldMasterIdLst>
  <p:notesMasterIdLst>
    <p:notesMasterId xmlns:r="http://schemas.openxmlformats.org/officeDocument/2006/relationships" r:id="Rcb1ff16d59f54b84"/>
  </p:notesMasterIdLst>
  <p:sldIdLst>
    <p:sldId xmlns:r="http://schemas.openxmlformats.org/officeDocument/2006/relationships" id="256" r:id="Rea462196adaa4c29"/>
    <p:sldId xmlns:r="http://schemas.openxmlformats.org/officeDocument/2006/relationships" id="257" r:id="R476cb1df1f574197"/>
    <p:sldId xmlns:r="http://schemas.openxmlformats.org/officeDocument/2006/relationships" id="258" r:id="R06c779d696ce45a4"/>
    <p:sldId xmlns:r="http://schemas.openxmlformats.org/officeDocument/2006/relationships" id="259" r:id="R8124806db2024885"/>
    <p:sldId xmlns:r="http://schemas.openxmlformats.org/officeDocument/2006/relationships" id="260" r:id="R6454716f10f44011"/>
    <p:sldId xmlns:r="http://schemas.openxmlformats.org/officeDocument/2006/relationships" id="261" r:id="Rb0acca91417b47c1"/>
    <p:sldId xmlns:r="http://schemas.openxmlformats.org/officeDocument/2006/relationships" id="262" r:id="Rf32761cb2d1a4a44"/>
    <p:sldId xmlns:r="http://schemas.openxmlformats.org/officeDocument/2006/relationships" id="263" r:id="Ra889df23f0184a7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1a7254f4a04fae" /><Relationship Type="http://schemas.openxmlformats.org/officeDocument/2006/relationships/slideMaster" Target="/ppt/slideMasters/slideMaster1.xml" Id="R48a48f0f69bc4c94" /><Relationship Type="http://schemas.openxmlformats.org/officeDocument/2006/relationships/notesMaster" Target="/ppt/notesMasters/notesMaster1.xml" Id="Rcb1ff16d59f54b84" /><Relationship Type="http://schemas.openxmlformats.org/officeDocument/2006/relationships/presProps" Target="/ppt/presProps.xml" Id="Rde06c160309241ca" /><Relationship Type="http://schemas.openxmlformats.org/officeDocument/2006/relationships/tableStyles" Target="/ppt/tableStyles.xml" Id="Rd2f5a5bfca1f4e54" /><Relationship Type="http://schemas.openxmlformats.org/officeDocument/2006/relationships/slide" Target="/ppt/slides/slide1.xml" Id="Rea462196adaa4c29" /><Relationship Type="http://schemas.openxmlformats.org/officeDocument/2006/relationships/slide" Target="/ppt/slides/slide2.xml" Id="R476cb1df1f574197" /><Relationship Type="http://schemas.openxmlformats.org/officeDocument/2006/relationships/slide" Target="/ppt/slides/slide3.xml" Id="R06c779d696ce45a4" /><Relationship Type="http://schemas.openxmlformats.org/officeDocument/2006/relationships/slide" Target="/ppt/slides/slide4.xml" Id="R8124806db2024885" /><Relationship Type="http://schemas.openxmlformats.org/officeDocument/2006/relationships/slide" Target="/ppt/slides/slide5.xml" Id="R6454716f10f44011" /><Relationship Type="http://schemas.openxmlformats.org/officeDocument/2006/relationships/slide" Target="/ppt/slides/slide6.xml" Id="Rb0acca91417b47c1" /><Relationship Type="http://schemas.openxmlformats.org/officeDocument/2006/relationships/slide" Target="/ppt/slides/slide7.xml" Id="Rf32761cb2d1a4a44" /><Relationship Type="http://schemas.openxmlformats.org/officeDocument/2006/relationships/slide" Target="/ppt/slides/slide8.xml" Id="Ra889df23f0184a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23d02eb6604b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14bdef727c4382" /><Relationship Type="http://schemas.openxmlformats.org/officeDocument/2006/relationships/notesMaster" Target="/ppt/notesMasters/notesMaster1.xml" Id="R854a19b3c2c54a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3d7c0f675f4925" /><Relationship Type="http://schemas.openxmlformats.org/officeDocument/2006/relationships/notesMaster" Target="/ppt/notesMasters/notesMaster1.xml" Id="R523789ed467245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5f7f6e2ab84515" /><Relationship Type="http://schemas.openxmlformats.org/officeDocument/2006/relationships/notesMaster" Target="/ppt/notesMasters/notesMaster1.xml" Id="Radf350f0e7454f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ffb42c925c458f" /><Relationship Type="http://schemas.openxmlformats.org/officeDocument/2006/relationships/notesMaster" Target="/ppt/notesMasters/notesMaster1.xml" Id="Re3ac9989333740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3806b472734aea" /><Relationship Type="http://schemas.openxmlformats.org/officeDocument/2006/relationships/notesMaster" Target="/ppt/notesMasters/notesMaster1.xml" Id="R316a1379325e42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33677d94974c03" /><Relationship Type="http://schemas.openxmlformats.org/officeDocument/2006/relationships/notesMaster" Target="/ppt/notesMasters/notesMaster1.xml" Id="R604f04ac022948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357a8e429f480c" /><Relationship Type="http://schemas.openxmlformats.org/officeDocument/2006/relationships/notesMaster" Target="/ppt/notesMasters/notesMaster1.xml" Id="R7d66663bd0634e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557377d1714fd8" /><Relationship Type="http://schemas.openxmlformats.org/officeDocument/2006/relationships/notesMaster" Target="/ppt/notesMasters/notesMaster1.xml" Id="R8c08758cdff14e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16d0e6b6f4b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07791b33f74eb1" /><Relationship Type="http://schemas.openxmlformats.org/officeDocument/2006/relationships/slideLayout" Target="/ppt/slideLayouts/slideLayout1.xml" Id="Rf588984e552b48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88984e552b48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af8b737c74fcb" /><Relationship Type="http://schemas.openxmlformats.org/officeDocument/2006/relationships/notesSlide" Target="/ppt/notesSlides/notesSlide1.xml" Id="Re92035e33d8544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9dcd7e2f2479d" /><Relationship Type="http://schemas.openxmlformats.org/officeDocument/2006/relationships/notesSlide" Target="/ppt/notesSlides/notesSlide2.xml" Id="R3c2624be6c274a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89fc3a5fb4e5d" /><Relationship Type="http://schemas.openxmlformats.org/officeDocument/2006/relationships/notesSlide" Target="/ppt/notesSlides/notesSlide3.xml" Id="R7992eb893e9248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6196a116b4fbd" /><Relationship Type="http://schemas.openxmlformats.org/officeDocument/2006/relationships/notesSlide" Target="/ppt/notesSlides/notesSlide4.xml" Id="R6aa40c4d262040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007126eef4132" /><Relationship Type="http://schemas.openxmlformats.org/officeDocument/2006/relationships/notesSlide" Target="/ppt/notesSlides/notesSlide5.xml" Id="Rb590c5f2949f44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af788af514ce8" /><Relationship Type="http://schemas.openxmlformats.org/officeDocument/2006/relationships/chart" Target="/ppt/slides/charts/chart1.xml" Id="R688589efac034fbd" /><Relationship Type="http://schemas.openxmlformats.org/officeDocument/2006/relationships/notesSlide" Target="/ppt/notesSlides/notesSlide6.xml" Id="R9c7ecf92e0f64a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0f2bbf9594b9d" /><Relationship Type="http://schemas.openxmlformats.org/officeDocument/2006/relationships/notesSlide" Target="/ppt/notesSlides/notesSlide7.xml" Id="Rfb30d96274e547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871b3ef34483f" /><Relationship Type="http://schemas.openxmlformats.org/officeDocument/2006/relationships/notesSlide" Target="/ppt/notesSlides/notesSlide8.xml" Id="R4f89921ef5f74ef0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Pass rate</c:v>
          </c:tx>
          <c:spPr>
            <a:solidFill xmlns:a="http://schemas.openxmlformats.org/drawingml/2006/main">
              <a:srgbClr val="11111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Local</c:v>
              </c:pt>
              <c:pt idx="1">
                <c:v>Docker</c:v>
              </c:pt>
              <c:pt idx="2">
                <c:v>gVisor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100</c:v>
              </c:pt>
              <c:pt idx="2">
                <c:v>98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013318-24D5-46F3-B969-7184CA59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111"/>
                </a:solidFill>
              </a:defRPr>
            </a:pPr>
            <a:r>
              <a:rPr sz="4500" b="1">
                <a:solidFill>
                  <a:srgbClr val="111111"/>
                </a:solidFill>
              </a:rPr>
              <a:t>SafeExec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72897-2B4E-4FBD-83D0-C7647652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Draft Report, Deck, and Final Test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4CD8F-2157-409E-BFDE-4FA8A754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27479-4441-4754-9F90-EF005217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A hardened, threat-modeled Python execution sandbox for LLM-agent tool 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32DD2-4C3C-4C9E-A6D0-8C4FFFA8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2333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5B80D-7BFB-42DA-AB70-82CD0A14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2410C"/>
                </a:solidFill>
              </a:defRPr>
            </a:pPr>
            <a:r>
              <a:rPr sz="3150" b="1">
                <a:solidFill>
                  <a:srgbClr val="C2410C"/>
                </a:solidFill>
              </a:rPr>
              <a:t>4/4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BF00B-9B22-4185-B835-4C7A9283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Fresh W12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F373F-DF93-4F65-9BAB-B69DADDE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1990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smoke, tests, validation, 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4E7F5-C682-4DE7-86DB-57BE463A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171950"/>
            <a:ext cx="2333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B5C1F-D79D-4DFD-8423-953444FB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62450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50/50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28A15-082A-480A-A30A-2823479B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57750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Docker target-host probes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B9376-B28A-4FB1-9583-8A75435B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95900"/>
            <a:ext cx="1990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W8 hardened Docker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93810-2679-4CB1-9A28-50DFCA6F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71950"/>
            <a:ext cx="2333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56E45-3FF7-4D6C-BA1A-74A00B24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62450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49/50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6DD25-801D-42E2-B449-BBC19029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57750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gVisor target-host probes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3173E-581D-44DC-86F4-6A81A499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95900"/>
            <a:ext cx="1990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one timing miss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73B8A8-8E50-4EE4-96CD-79F79391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1000"/>
            <a:ext cx="27432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29A7B8-4A7C-4446-BA1F-CBC655B0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429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Hard Stop 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C70C4-48B3-448D-B17D-580CEBD1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57300"/>
            <a:ext cx="219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Student: Zixuan Liang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Advisor: Prof. Khalid Lateef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Instructor: Dr. Majid Shaalan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Prepared: 2026-06-26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0D492D-B389-41A1-8729-AC519E39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05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Message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65A2E-ACB8-46A8-84CE-A09C6E73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57625"/>
            <a:ext cx="21907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The artifact is technically alive and reproducible locally; the remaining work is corpus depth and final benchmark refresh.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A28787-F252-4B74-809C-10C6B9AE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SafeExec W12 evidence package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073BD-9B11-4E61-A636-656AD763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48698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7DCA5E-A74D-4191-82C5-249D2BD0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0986B-AEF1-42D0-ACFC-92517C8B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The problem is where generated text becomes process execution.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CE166-9954-4EC7-A130-C8886EAB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SafeExec W12 evidence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AD4DB-7E35-4163-B6F5-EAD0167E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C8CBC-7BBE-42D0-9232-E9ECEB40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6468A-1B2D-4366-BB4C-B70E33DF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Agent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D9F52-11E8-4DF8-8C96-2E05FF77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Prompt injection, excessive agency, and ordinary model errors can become filesystem, network, or resource actions when code is executed.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71616-2F0C-42E0-A75A-ABA3765E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9F775-4C19-4DDA-AE10-226A6035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098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Project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2E73C-9DC1-462D-87A3-C0DCBBEF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860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Keep the artifact narrow: Python-only execution, visible limits, explicit backends, repeatable tests, and honest containment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B6FE4-050B-4AF6-A884-0C8272EB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52625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78D50-B335-4FB0-AAB6-B922F5B9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2410C"/>
                </a:solidFill>
              </a:defRPr>
            </a:pPr>
            <a:r>
              <a:rPr sz="1800" b="1">
                <a:solidFill>
                  <a:srgbClr val="C2410C"/>
                </a:solidFill>
              </a:rPr>
              <a:t>Core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3E873-14ED-49C8-9948-548F2AC3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SafeExec does not assert sandbox safety. It measures the execution boundary and reports what the evidence actually supports.</a:t>
            </a:r>
          </a:p>
        </p:txBody>
      </p:sp>
    </p:spTree>
    <p:extLst>
      <p:ext uri="{BB962C8B-B14F-4D97-AF65-F5344CB8AC3E}">
        <p14:creationId xmlns:p14="http://schemas.microsoft.com/office/powerpoint/2010/main" val="12874077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8121A4-328E-4FF3-8AC9-18CB47C7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9FB06-2BE9-4230-B108-869CE036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Architecture: one request model, three execution paths.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75DCD-F54E-441E-8E5C-0ECA77E8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SafeExec W12 evidence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04413-B3AB-4EDD-9EB0-7B7E2005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A3529-F160-4BF0-8DD5-43F9BC21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1BBF5-3FC6-4C63-BF02-166AA5BF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A4782-C520-43A6-A31A-50C8D1F7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A04DF-CDB1-418A-9EE5-901F77A9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28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40A79-8D3B-451D-85FB-512FD3A9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9AEB5-4CF1-4ECE-944F-458952F5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668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9A61D-82A6-4281-846B-589F096D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9A547-59A7-4BF7-92EF-FED43678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Docker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41ED2-23D9-450F-8E16-B11B7DD2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67075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E9CD5-A319-4BDF-9674-EBC4248B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gVisor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335E6-D1CF-4F53-A71A-88B5D2F3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19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EC143-A399-4BE6-AC64-312549E1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289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18F1C-3E9E-40B4-939A-42378AD3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3333"/>
                </a:solidFill>
              </a:defRPr>
            </a:pPr>
            <a:r>
              <a:rPr sz="1800" b="0">
                <a:solidFill>
                  <a:srgbClr val="333333"/>
                </a:solidFill>
              </a:rPr>
              <a:t>Local is a development smoke path. Docker and gVisor are the containment-relevant paths.</a:t>
            </a:r>
          </a:p>
        </p:txBody>
      </p:sp>
    </p:spTree>
    <p:extLst>
      <p:ext uri="{BB962C8B-B14F-4D97-AF65-F5344CB8AC3E}">
        <p14:creationId xmlns:p14="http://schemas.microsoft.com/office/powerpoint/2010/main" val="3752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DDEDEA-CC86-4821-A24C-BAF57F75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CURRENT ARTIFACT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2F534-303D-472F-B8E3-E89F2B05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Implementation surface is compact and traceable.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ABBF2-9EEA-4EED-BEDC-0EA4B6B0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SafeExec W12 evidence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2D7AE-EDE1-4857-93C8-318F8586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F85DF-D35E-4C30-9B97-AA37DA62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0273C-752E-4FC0-8F6B-7723959F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models.py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1ECD3-F34F-4BE7-92B0-5D364B8F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478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request, limits, result schema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E5628-CDA2-480C-96A8-5039FBB7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EC8E8-B4B0-433E-83AC-410F14BB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765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C18EE-976C-475D-9D83-F52B17B4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7652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backend selection and execution entry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BBA0E-0BE6-42C5-BDED-4486B14F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847CD-BFAB-427B-BB3E-BFD76D78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51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backends/docker.py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E663B-BC8B-49B4-BF49-9D06B1AE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051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hardened Docker and gVisor command builder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D5FA6-3195-4033-A544-1B719FA9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91DB3-88A2-4E90-9581-715E0C6C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338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api/server.py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D4940-127B-4CDC-872A-C0549AD5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3382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JSON /health and /execute API shell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71B4A-CC16-4492-96C9-1CCEEA53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F4E200-50F8-4683-B6EF-500657BF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run_* scripts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EDF3E6-F413-4FC8-AFC6-D4EE8B40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624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validation, midpoint evidence, final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AB12EF-E305-4DCE-94FF-F20E7B24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D543D4-C250-4DBA-8C74-4112DD87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docs/reproducibility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30D3D5-3FE4-40A3-8FC0-65E7033F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9112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runbook, environment, data, manifest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A7AB69-280C-457B-A62F-886051F5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9075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The small surface helps the final report trace evidence back to source files instead of hiding behavior in framework layers.</a:t>
            </a:r>
          </a:p>
        </p:txBody>
      </p:sp>
    </p:spTree>
    <p:extLst>
      <p:ext uri="{BB962C8B-B14F-4D97-AF65-F5344CB8AC3E}">
        <p14:creationId xmlns:p14="http://schemas.microsoft.com/office/powerpoint/2010/main" val="6529591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F1DD95-B0BF-42AF-9F34-4B2BC93E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FINAL TEST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D323A-BBE7-4A6C-8B14-C70F35F9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Fresh W12 local evidence passed.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25C5F-89B6-4C7A-A30A-5F85C771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SafeExec W12 evidence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F5331-7E86-4B46-824A-A015E92D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66ACD-4E36-400C-8AA2-18B0FC70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33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3E5B7-7EFB-457A-A939-6F328125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2410C"/>
                </a:solidFill>
              </a:defRPr>
            </a:pPr>
            <a:r>
              <a:rPr sz="3150" b="1">
                <a:solidFill>
                  <a:srgbClr val="C2410C"/>
                </a:solidFill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C25BF-91D2-4CEF-AB32-0F153DE8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Smoke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CBB27-365C-4401-A774-9ECD0B9D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76575"/>
            <a:ext cx="1990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structured execution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C8A49-C9F6-4381-9CE4-6BF071D1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952625"/>
            <a:ext cx="2333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2B15D-9FF9-4B64-893F-39E066D3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1FF65-A980-440A-BD23-0F190B10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38425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Unit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19766-31F2-4A26-A5DA-E314A850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76575"/>
            <a:ext cx="1990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functional test suite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FBB14-40F8-4DCB-8743-A159323C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52625"/>
            <a:ext cx="2333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EE0B6-E7BC-46C0-AD97-04B192D9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12/12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7E43B-40CC-4F1E-80F5-AD726BEC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38425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7C3C75-AA81-4CD4-81BD-A2251EEC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76575"/>
            <a:ext cx="1990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local cases plus API 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DA1D2-12B7-42FC-B988-EA59C38E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52625"/>
            <a:ext cx="2333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ECCF15-E3D0-47D1-80F0-5654CFA4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43125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E4001-16CB-47C0-B5AC-AD99525A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38425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Repro 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672D2-BE2B-48F5-BA17-6B29F6CA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76575"/>
            <a:ext cx="1990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no blocking findings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98D1A1-D1CD-4988-956A-48A2EF4B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3333"/>
                </a:solidFill>
              </a:defRPr>
            </a:pPr>
            <a:r>
              <a:rPr sz="1875" b="0">
                <a:solidFill>
                  <a:srgbClr val="333333"/>
                </a:solidFill>
              </a:rPr>
              <a:t>Generated by `make final-evidence` into docs/12-hard-stop-6/evidence/.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EA4218-0160-4B0D-971F-996C3C2E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62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This is the current local evidence. Docker/gVisor evidence remains target-host evidence because local macOS is not the official container benchmark environment.</a:t>
            </a:r>
          </a:p>
        </p:txBody>
      </p:sp>
    </p:spTree>
    <p:extLst>
      <p:ext uri="{BB962C8B-B14F-4D97-AF65-F5344CB8AC3E}">
        <p14:creationId xmlns:p14="http://schemas.microsoft.com/office/powerpoint/2010/main" val="18185043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E4F377-F52C-4FB2-8EBD-5177B45D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DOCKER / GVISOR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7268D-D5B2-48A4-BBEC-D53B9C25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Target-host benchmark evidence: Docker stable, gVisor mostly passing.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909D9-D725-4542-96F4-B0B074A8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SafeExec W12 evidence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E5231-C452-401D-9F3E-4BB33537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06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5524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8589efac034fb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A82C9-D7AC-4772-B66C-9AB91952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095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609C5-D12D-4109-BCC8-08D15311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66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W8 target-host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D985F-7256-4E85-9BA5-28C978FD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57500"/>
            <a:ext cx="323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Local: 30/30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Docker: 50/50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gVisor: 49/50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4452F-6DF4-437C-AE78-DB211D00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4337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Interpretation: gVisor is integrated, but final timing needs cold-start and warm-run separation.</a:t>
            </a:r>
          </a:p>
        </p:txBody>
      </p:sp>
    </p:spTree>
    <p:extLst>
      <p:ext uri="{BB962C8B-B14F-4D97-AF65-F5344CB8AC3E}">
        <p14:creationId xmlns:p14="http://schemas.microsoft.com/office/powerpoint/2010/main" val="11695900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92D357-9FD8-49B9-A4B2-E0FBDF48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4A5F9-F9CC-4975-99D8-C865FB1B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Final strength depends on evidence growth.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7AAC1-06BC-4A05-BCF6-983F9382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SafeExec W12 evidence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27158-63A6-4712-97C7-58DFF540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F95D9-5F7C-4D47-A17D-BD7A4B75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Known gaps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07D14-1CA4-4F6B-BB28-954259C7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3333"/>
                </a:solidFill>
              </a:defRPr>
            </a:pPr>
            <a:r>
              <a:rPr sz="1800" b="0">
                <a:solidFill>
                  <a:srgbClr val="333333"/>
                </a:solidFill>
              </a:rPr>
              <a:t>• HumanEval/MBPP subset manifest still needs finalization.</a:t>
            </a:r>
          </a:p>
          <a:p xmlns:a="http://schemas.openxmlformats.org/drawingml/2006/main">
            <a:pPr algn="l">
              <a:defRPr sz="1800" b="0">
                <a:solidFill>
                  <a:srgbClr val="333333"/>
                </a:solidFill>
              </a:defRPr>
            </a:pPr>
            <a:r>
              <a:rPr sz="1800" b="0">
                <a:solidFill>
                  <a:srgbClr val="333333"/>
                </a:solidFill>
              </a:rPr>
              <a:t>• Adversarial suite still needs approved count/category coverage.</a:t>
            </a:r>
          </a:p>
          <a:p xmlns:a="http://schemas.openxmlformats.org/drawingml/2006/main">
            <a:pPr algn="l">
              <a:defRPr sz="1800" b="0">
                <a:solidFill>
                  <a:srgbClr val="333333"/>
                </a:solidFill>
              </a:defRPr>
            </a:pPr>
            <a:r>
              <a:rPr sz="1800" b="0">
                <a:solidFill>
                  <a:srgbClr val="333333"/>
                </a:solidFill>
              </a:rPr>
              <a:t>• gVisor timing needs cold-start vs warm-run separation.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ACAE2-8B8B-44C9-BE4C-011A5C0B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Final-week response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C386E-6415-4F1C-9BDC-4601E62F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3333"/>
                </a:solidFill>
              </a:defRPr>
            </a:pPr>
            <a:r>
              <a:rPr sz="1800" b="0">
                <a:solidFill>
                  <a:srgbClr val="333333"/>
                </a:solidFill>
              </a:rPr>
              <a:t>• Re-run Docker/gVisor after corpus expansion.</a:t>
            </a:r>
          </a:p>
          <a:p xmlns:a="http://schemas.openxmlformats.org/drawingml/2006/main">
            <a:pPr algn="l">
              <a:defRPr sz="1800" b="0">
                <a:solidFill>
                  <a:srgbClr val="333333"/>
                </a:solidFill>
              </a:defRPr>
            </a:pPr>
            <a:r>
              <a:rPr sz="1800" b="0">
                <a:solidFill>
                  <a:srgbClr val="333333"/>
                </a:solidFill>
              </a:rPr>
              <a:t>• Update report/deck tables from final outputs.</a:t>
            </a:r>
          </a:p>
          <a:p xmlns:a="http://schemas.openxmlformats.org/drawingml/2006/main">
            <a:pPr algn="l">
              <a:defRPr sz="1800" b="0">
                <a:solidFill>
                  <a:srgbClr val="333333"/>
                </a:solidFill>
              </a:defRPr>
            </a:pPr>
            <a:r>
              <a:rPr sz="1800" b="0">
                <a:solidFill>
                  <a:srgbClr val="333333"/>
                </a:solidFill>
              </a:rPr>
              <a:t>• Rebuild source package and record final walkthrough.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B1F35-A829-48B8-AE66-A84B74E8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81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249E3-A257-44DC-9F02-24D9FE34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2410C"/>
                </a:solidFill>
              </a:defRPr>
            </a:pPr>
            <a:r>
              <a:rPr sz="1500" b="1">
                <a:solidFill>
                  <a:srgbClr val="C2410C"/>
                </a:solidFill>
              </a:rPr>
              <a:t>Current conclusion: technically on track, with final success dependent on corpus and benchmark completion.</a:t>
            </a:r>
          </a:p>
        </p:txBody>
      </p:sp>
    </p:spTree>
    <p:extLst>
      <p:ext uri="{BB962C8B-B14F-4D97-AF65-F5344CB8AC3E}">
        <p14:creationId xmlns:p14="http://schemas.microsoft.com/office/powerpoint/2010/main" val="8125071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DB4313-ECBC-440B-8F51-7F3A20DE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CANVAS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9FA70-56D6-4ED7-9901-E166FAE5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What I will submit for this checkpoint.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6AFA6-0354-4C20-BC5C-6023294B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SafeExec W12 evidence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1FA40-0FF6-4A4F-AF0C-B5EC9DA0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26E02-A5C6-4357-BC5E-D1B37E2B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906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80BFD-B0FC-4052-9B71-E85C0586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914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• Draft-Report-Deck-Final-Test-Evidence.pdf / .docx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• SafeExec-Near-Final-Technical-Report-Draft.pdf / .docx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• SafeExec-Draft-Report-and-Demo-Deck.pptx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• final-test-evidence-appendix.md and evidence/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• walkthrough-script.md, risk log, AI-use 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32EFD-F52A-45CC-A1D7-3736B090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Closing message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41F8F-1F31-4338-B345-0DF83142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2925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3333"/>
                </a:solidFill>
              </a:defRPr>
            </a:pPr>
            <a:r>
              <a:rPr sz="1875" b="0">
                <a:solidFill>
                  <a:srgbClr val="333333"/>
                </a:solidFill>
              </a:rPr>
              <a:t>The written report, deck, and test evidence now tell the same story.</a:t>
            </a:r>
          </a:p>
        </p:txBody>
      </p:sp>
    </p:spTree>
    <p:extLst>
      <p:ext uri="{BB962C8B-B14F-4D97-AF65-F5344CB8AC3E}">
        <p14:creationId xmlns:p14="http://schemas.microsoft.com/office/powerpoint/2010/main" val="640786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2026-06-27T01:47:51.8880000Z</dcterms:created>
  <dcterms:modified xsi:type="dcterms:W3CDTF">2026-06-27T01:47:51.8880000Z</dcterms:modified>
</coreProperties>
</file>